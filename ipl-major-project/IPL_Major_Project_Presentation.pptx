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53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Performance Analytics</a:t>
            </a:r>
            <a:endParaRPr lang="en-US" sz="4000"/>
          </a:p>
        </p:txBody>
      </p:sp>
      <p:sp>
        <p:nvSpPr>
          <p:cNvPr id="3" name="Text 1"/>
          <p:cNvSpPr/>
          <p:nvPr/>
        </p:nvSpPr>
        <p:spPr>
          <a:xfrm>
            <a:off x="640080" y="2880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Project — Data Analysis Internship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AA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Nagella Rakshitha  |  ECE, Final Year, SPMVV  |  Avishkarana Andhra Summer Internship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ball-by-ball and match data analyzed to identify top-performing players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team scoring patterns across different phases of an innings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statistically whether death-over scoring differs from middle-over scoring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insights via an end-to-end pipeline and interactive dashboard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Tracked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runs scored per team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run scorers across all matches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wicket-taking bowlers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run rate by over (powerplay / middle / death)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win counts by team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High-scoring overs (aggregate runs per over &gt; 15)</a:t>
            </a:r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Modeling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matches.csv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match — teams, venue, toss, result, margin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6035040" y="137160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deliveries.csv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6309360" y="20116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ball — batsman, bowler, runs, wicket, over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Joined on match_id → loaded into SQLite (ipl.db) for relational SQL analysis across both sources.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— Top Performers</a:t>
            </a:r>
            <a:endParaRPr lang="en-US" sz="3000"/>
          </a:p>
        </p:txBody>
      </p:sp>
      <p:pic>
        <p:nvPicPr>
          <p:cNvPr id="3" name="Image 0" descr="charts/chart2_top_bats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486400" cy="3108960"/>
          </a:xfrm>
          <a:prstGeom prst="rect">
            <a:avLst/>
          </a:prstGeom>
        </p:spPr>
      </p:pic>
      <p:pic>
        <p:nvPicPr>
          <p:cNvPr id="4" name="Image 1" descr="charts/chart3_top_bowl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80160"/>
            <a:ext cx="5486400" cy="31089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4572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scoring and wicket-taking are concentrated among a small group of top players.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— Team &amp; Scoring Patterns</a:t>
            </a:r>
            <a:endParaRPr lang="en-US" sz="3000"/>
          </a:p>
        </p:txBody>
      </p:sp>
      <p:pic>
        <p:nvPicPr>
          <p:cNvPr id="3" name="Image 0" descr="charts/chart1_runs_by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486400" cy="3108960"/>
          </a:xfrm>
          <a:prstGeom prst="rect">
            <a:avLst/>
          </a:prstGeom>
        </p:spPr>
      </p:pic>
      <p:pic>
        <p:nvPicPr>
          <p:cNvPr id="4" name="Image 1" descr="charts/chart4_runrate_by_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80160"/>
            <a:ext cx="54864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Analysis — Top Run Scorers</a:t>
            </a:r>
            <a:endParaRPr lang="en-US" sz="30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5486400" cy="18288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Batsman</a:t>
                      </a: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Total Runs</a:t>
                      </a: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H Pandya</a:t>
                      </a: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1565</a:t>
                      </a: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D Warner</a:t>
                      </a: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1506</a:t>
                      </a: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M Pandey</a:t>
                      </a: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1451</a:t>
                      </a: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KL Rahul</a:t>
                      </a: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1348</a:t>
                      </a: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S Iyer</a:t>
                      </a: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1345</a:t>
                      </a: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846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Query: SELECT batsman, SUM(total_runs) FROM deliveries GROUP BY batsman ORDER BY total_runs DESC LIMIT 5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Summary &amp; Hypothesis Test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runs/ball: 1.696  |  Std Dev: 1.841  |  Skewness: 1.063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(over vs runs): 0.007 — negligible linear relationship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t-test: Death overs (16-20) vs Middle overs (7-15)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 mean = 1.730,  Middle mean = 1.690,  p-value = 0.306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no statistically significant difference (p &gt; 0.05)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Streamlit + Plotly: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KPI cards — matches, total runs, wickets, avg runs/ball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filter for drill-down exploration</a:t>
            </a:r>
            <a:endParaRPr lang="en-US" sz="1600"/>
          </a:p>
          <a:p>
            <a:pPr marL="342900" indent="-342900">
              <a:buSzPct val="100000"/>
              <a:buChar char="●"/>
            </a:pPr>
            <a:r>
              <a:rPr lang="en-US" sz="15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linked charts: top scorers, top wicket takers, run rate by over, wins by team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640080" y="420624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663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locally: https://machinelearning-cvw2fxqbwrgb8neq5pkndd.streamlit.app/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&amp; Conclusion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is concentrated among a core group of top batsmen, mirroring real IPL trends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Bowling impact is similarly concentrated among a handful of strike bowlers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 10, 16 and 20 show aggregate scoring spikes — tactically relevant for bowling changes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Death-over vs middle-over scoring difference is not statistically significant in this dataset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and dashboard are reusable — swap in real IPL CSVs to re-run the full pipeline</a:t>
            </a:r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</Words>
  <Application>Microsoft Office PowerPoint</Application>
  <PresentationFormat>Widescreen</PresentationFormat>
  <Paragraphs>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nagella rakshitha</cp:lastModifiedBy>
  <cp:revision>1</cp:revision>
  <dcterms:created xsi:type="dcterms:W3CDTF">2026-07-15T17:11:27Z</dcterms:created>
  <dcterms:modified xsi:type="dcterms:W3CDTF">2026-07-15T23:56:55Z</dcterms:modified>
</cp:coreProperties>
</file>